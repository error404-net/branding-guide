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bracketed title/subtitle and presenter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Section-divider slide — duplicate for each new section, update the number and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slide: icon-in-circle rows. Duplicate the row block for more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comparison slide — good for before/after, pros/cons, or option A vs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a pull-quote or a single headline statistic. Swap the quote glyph styling if using a numeric stat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update the contact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0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148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DE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ERROR404.NET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PRESENTATION TITLE ]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A8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Subtitle or one-line description goes here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&lt;Presenter Name&gt;   ::   &lt;Month DD, YYYY&gt;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7F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Section Header ]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One-line framing for what this section covers.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53492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Content Slide Title 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4DE1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4DE1FF"/>
                </a:solidFill>
              </a:rPr>
              <a:t>●</a:t>
            </a:r>
            <a:endParaRPr lang="en-US" sz="1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916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point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214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 supporting description of the first point goes here.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FF5FA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FF5FA2"/>
                </a:solidFill>
              </a:rPr>
              <a:t>●</a:t>
            </a:r>
            <a:endParaRPr lang="en-US" sz="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017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Second point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4728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 supporting description of the second point goes here.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37F0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37F0A6"/>
                </a:solidFill>
              </a:rPr>
              <a:t>●</a:t>
            </a:r>
            <a:endParaRPr lang="en-US" sz="1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3434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Third point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77316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 supporting description of the third point goes here.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Two-Column Slide Title 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AD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70C38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E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LEFT OPTION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95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supporting detail.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Second supporting detail.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Third supporting detail.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AD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70C3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F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RIGHT OPTION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957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4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7180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supporting detail.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Second supporting detail.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3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Third supporting detail.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28600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4F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“[ Pull quote or key stat goes here ]”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F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Attribution / source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0116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1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ERROR404.NET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8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&lt;name&gt;@error404.net   ::   error404.net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2026-09-06T01:04:39Z</dcterms:created>
  <dcterms:modified xsi:type="dcterms:W3CDTF">2026-09-06T01:04:39Z</dcterms:modified>
</cp:coreProperties>
</file>